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 Light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  <p:embeddedFont>
      <p:font typeface="Open Sans Medium"/>
      <p:regular r:id="rId201319"/>
    </p:embeddedFont>
    <p:embeddedFont>
      <p:font typeface="Open Sans SemiBold"/>
      <p:regular r:id="rId201320"/>
    </p:embeddedFont>
    <p:embeddedFont>
      <p:font typeface="Open Sans Extra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1: CIFAR-10 Image Classification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Kriti Amin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AI Engineering Bootcamp · Ironhack GmbH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798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3044"/>
            <a:ext cx="5177582" cy="281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55473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Dataset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917948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CIFAR-10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60,000 color images of 32×32 shape, 10 classes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251333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Approach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2876550"/>
            <a:ext cx="2628230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 CNN → progressively deeper architectures → transfer learning with MobileNetV2.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 and compare training details.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3 models to evaluate on test set.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297"/>
            <a:ext cx="3502968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Preparing the Data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87326"/>
            <a:ext cx="8608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286247"/>
            <a:ext cx="6339185" cy="29012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6361" y="3383913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Feed to Model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6456" y="3383913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One‑Hot Encoding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64702" y="3498546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40341" y="3383913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Split 66/16/16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96119" y="4305226"/>
            <a:ext cx="8151763" cy="440903"/>
          </a:xfrm>
          <a:prstGeom prst="roundRect">
            <a:avLst>
              <a:gd name="adj" fmla="val 4145"/>
            </a:avLst>
          </a:prstGeom>
          <a:solidFill>
            <a:srgbClr val="D7D6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34" y="4474666"/>
            <a:ext cx="152251" cy="1218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2001" y="4440287"/>
            <a:ext cx="809126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Resized images to 96×96 pixels to match the transfer learning input size.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3122"/>
            <a:ext cx="62031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First Draft to Final Model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39627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248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Baseline CNN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2554932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conv layer — fast to train but overfit quickly on CIFAR-10's complexity.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539627"/>
            <a:ext cx="2717229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5107" y="2248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Deeper CNN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55107" y="2554932"/>
            <a:ext cx="24337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Added BatchNorm &amp; Dropout — better generalization. Augmentation / Resizing showed no improvement and high train time.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539627"/>
            <a:ext cx="2717229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2336" y="2248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MobileNetV2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2336" y="2554932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Transfer learning — lightweight, fast to fine-tune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3763417"/>
            <a:ext cx="8151763" cy="566961"/>
          </a:xfrm>
          <a:prstGeom prst="roundRect">
            <a:avLst>
              <a:gd name="adj" fmla="val 3751"/>
            </a:avLst>
          </a:prstGeom>
          <a:solidFill>
            <a:srgbClr val="D7D6F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964186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940597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Why MobileNetV2?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 parameters, strong ImageNet-pretrained features, and efficient fine-tuning.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5625"/>
            <a:ext cx="5602412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Systematic Model Experimentation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9169" y="973336"/>
            <a:ext cx="1299493" cy="75344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302297"/>
            <a:ext cx="2883173" cy="18677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3127" y="2463105"/>
            <a:ext cx="248535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Experiment Framework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733127" y="2772073"/>
            <a:ext cx="2485355" cy="12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reusable code blocks for standardized training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Captured: epochs, batch size, metrics, timing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Stored results in single comparison table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Selected 3 models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30" y="2302297"/>
            <a:ext cx="3705820" cy="15958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1133"/>
            <a:ext cx="6393731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MobileNetV2 Architecture &amp;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83556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Final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515219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6119" y="1719263"/>
            <a:ext cx="4342358" cy="14288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812057"/>
            <a:ext cx="434235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Input: 96×96×3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222066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6119" y="2411909"/>
            <a:ext cx="4342358" cy="14288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9" name="Text 7"/>
          <p:cNvSpPr/>
          <p:nvPr/>
        </p:nvSpPr>
        <p:spPr>
          <a:xfrm>
            <a:off x="496119" y="2517502"/>
            <a:ext cx="434235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MobileNetV2 base (ImageNet weights, frozen → fine-tune last 30 layers)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6119" y="2926110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6119" y="3104480"/>
            <a:ext cx="4342358" cy="14288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3222947"/>
            <a:ext cx="434235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Conv2D(64) + BatchNormalization + Dropout(0.3)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119" y="363155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6119" y="3797126"/>
            <a:ext cx="4342358" cy="14288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3928393"/>
            <a:ext cx="434235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GlobalAveragePooling → Dense(256) → Dense(10, Softmax)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6119" y="4351586"/>
            <a:ext cx="479955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Optimizer: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Adam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(lr=0.001) · Loss: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Categorical Crossentropy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64175" y="1118518"/>
            <a:ext cx="3680892" cy="3482429"/>
          </a:xfrm>
          <a:prstGeom prst="roundRect">
            <a:avLst>
              <a:gd name="adj" fmla="val 553"/>
            </a:avLst>
          </a:prstGeom>
          <a:solidFill>
            <a:srgbClr val="403CCF"/>
          </a:solidFill>
          <a:ln/>
        </p:spPr>
      </p:sp>
      <p:sp>
        <p:nvSpPr>
          <p:cNvPr id="18" name="Text 16"/>
          <p:cNvSpPr/>
          <p:nvPr/>
        </p:nvSpPr>
        <p:spPr>
          <a:xfrm>
            <a:off x="5192613" y="1183556"/>
            <a:ext cx="221307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Test Set Performance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92613" y="1430759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88%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5192613" y="1948607"/>
            <a:ext cx="3424014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accuracy —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MobileNetV2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achieved the highest score with the smallest train-val gap among all three candidates.</a:t>
            </a:r>
            <a:endParaRPr lang="en-US" sz="10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2613" y="2718718"/>
            <a:ext cx="3424014" cy="11230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3965"/>
            <a:ext cx="57871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Results &amp; Model Comparison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1046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Below is a summary of the performance metrics for each model on the test set.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96753"/>
            <a:ext cx="8151763" cy="1649611"/>
          </a:xfrm>
          <a:prstGeom prst="roundRect">
            <a:avLst>
              <a:gd name="adj" fmla="val 12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789" y="2091333"/>
            <a:ext cx="29420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11141" y="2091333"/>
            <a:ext cx="28605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8009" y="2091333"/>
            <a:ext cx="28605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Test Loss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2789" y="2502545"/>
            <a:ext cx="29420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 CNN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11141" y="2502545"/>
            <a:ext cx="28605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61%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8009" y="2502545"/>
            <a:ext cx="28605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789" y="2913757"/>
            <a:ext cx="29420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Deeper CNN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1141" y="2913757"/>
            <a:ext cx="28605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81%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8009" y="2913757"/>
            <a:ext cx="28605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0.57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789" y="3324969"/>
            <a:ext cx="29420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MobileNetV2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1141" y="3324969"/>
            <a:ext cx="28605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88%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8009" y="3324969"/>
            <a:ext cx="28605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0.33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380583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MobileNetV2 was selected as the final model because it achieved the highest test accuracy (88%) with the smallest train-validation gap, indicating the best generalization among all candidates.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246"/>
            <a:ext cx="3993952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Hallucinations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86669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Confusion Patterns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403747"/>
            <a:ext cx="4003774" cy="628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Dogs vs. Cats: Most common confusion (similar features)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Trucks vs. Automobiles: Misclassified due to overlapping shapes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63217"/>
            <a:ext cx="4003774" cy="2382441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087" y="1101254"/>
            <a:ext cx="3307556" cy="35169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2026-07-03T15:18:38Z</dcterms:created>
  <dcterms:modified xsi:type="dcterms:W3CDTF">2026-07-03T15:18:38Z</dcterms:modified>
</cp:coreProperties>
</file>